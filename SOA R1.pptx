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0B8832-CE1B-41EE-A6AF-819936260F6C}">
  <a:tblStyle styleId="{720B8832-CE1B-41EE-A6AF-819936260F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6e2b203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6e2b203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6e2b203b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6e2b203b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6e2b203b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6e2b203b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f4bae01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f4bae01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6e2b203b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6e2b203b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6e2b203b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6e2b203b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6e2b203b2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6e2b203b2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778d478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778d478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6f4bae0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6f4bae0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85300" y="725713"/>
            <a:ext cx="8573400" cy="11799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1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PharmaVerse AI: An Agentic Pharmaceutical Supply Chain Monitoring and Drug Traceability Ecosystem</a:t>
            </a:r>
            <a:endParaRPr b="1" sz="281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24384" r="-3629" t="0"/>
          <a:stretch/>
        </p:blipFill>
        <p:spPr>
          <a:xfrm>
            <a:off x="81050" y="3121875"/>
            <a:ext cx="5346126" cy="17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6078900" y="3121875"/>
            <a:ext cx="3065100" cy="17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Team-23: </a:t>
            </a:r>
            <a:endParaRPr b="1" sz="1900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Y. Nihitha  - 2420090099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A.Sri Anitha -  2420090117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T. K. Amulya - 2420030434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Harini - 2420030523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899550" y="1968450"/>
            <a:ext cx="73449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SOA and Microservices Project Review-1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Thursday, August 20</a:t>
            </a:r>
            <a:r>
              <a:rPr b="1" baseline="30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baseline="30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2026</a:t>
            </a:r>
            <a:endParaRPr b="1" sz="16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2725" y="0"/>
            <a:ext cx="1951275" cy="6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7925" y="129075"/>
            <a:ext cx="5734699" cy="4789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2725" y="0"/>
            <a:ext cx="1951275" cy="6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1237750" y="4373350"/>
            <a:ext cx="6075000" cy="54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pharmaceutical supply chains rely on fragmented and centralized systems, making drug tracking, verification, and monitoring inefficient.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Counterfeit drugs, poor visibility, and supply chain disruptions can compromise medicine safety and availability.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solutions often lack real-time tracking, secure data sharing, and end-to-end drug traceability.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need for a secure, transparent, and real-time system that can authenticate medicines, monitor their movement, and detect supply chain anomalies.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PharmaVerse AI integrates Hyperledger Fabric, RFID, IoT, FastAPI, Docker, PostgreSQL, and QR-based traceability to enable secure drug tracking, anti-counterfeiting, and intelligent pharmaceutical supply chain monitoring.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2725" y="0"/>
            <a:ext cx="1951275" cy="6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248800"/>
            <a:ext cx="8520600" cy="29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3159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 secure and transparent pharmaceutical supply chain using Hyperledger Fabric.</a:t>
            </a:r>
            <a:endParaRPr sz="190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159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enable end-to-end drug traceability using RFID and QR codes.</a:t>
            </a:r>
            <a:endParaRPr sz="190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159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detect and prevent counterfeit and unauthorized medicines through secure verification.</a:t>
            </a:r>
            <a:endParaRPr sz="190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159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provide real-time monitoring of drug movement and supply chain conditions using IoT.</a:t>
            </a:r>
            <a:endParaRPr sz="190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159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use AI-based intelligent monitoring for detecting anomalies and potential supply chain disruptions.</a:t>
            </a:r>
            <a:endParaRPr sz="190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159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integrate the system using FastAPI, PostgreSQL, and Docker for scalable and efficient deployment.</a:t>
            </a:r>
            <a:endParaRPr sz="190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159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improve medicine safety, availability, and supply chain transparency.</a:t>
            </a:r>
            <a:endParaRPr sz="190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2725" y="0"/>
            <a:ext cx="1951275" cy="6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688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5" name="Google Shape;85;p17"/>
          <p:cNvGraphicFramePr/>
          <p:nvPr/>
        </p:nvGraphicFramePr>
        <p:xfrm>
          <a:off x="202538" y="49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{720B8832-CE1B-41EE-A6AF-819936260F6C}</a:tableStyleId>
              </a:tblPr>
              <a:tblGrid>
                <a:gridCol w="1713050"/>
                <a:gridCol w="1713050"/>
                <a:gridCol w="1713050"/>
                <a:gridCol w="1857050"/>
                <a:gridCol w="1569025"/>
              </a:tblGrid>
              <a:tr h="688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AUTHORS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TITLE OF THE PAPER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METHODOLOGY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INFERENCES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LIMITATION/FUTURE WORKS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</a:tr>
              <a:tr h="141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Mueen Uddin [1]</a:t>
                      </a: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Blockchain Medledger: Hyperledger Fabric Enabled Drug Traceability System for Counterfeit Drugs in Pharmaceutical Industry – 2021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•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Uses Hyperledger Fabric for permissioned blockchain.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Implements smart contracts for drug transactions.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Enables secure and  transparent drug traceability.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Helps identify unauthorized medicines.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Faces scalability and deployment challenges.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Integration with existing pharmaceutical systems needs improvement. 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113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 S. Gomasta et al. [2]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PharmaChain: Blockchain-based Drug Supply Chain Provenance Verification System – 2023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Uses Hyperledger Fabric with on/off-chain storage.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Uses cryptographic signatures for secure verification. 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Improves drug provenance and accountability.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Provides tamper-resistant supply-chain records. 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Requires better scalability and interoperability.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Governance and stakeholder adoption remain challenges. 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274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N. El Akrami et al. [3]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DrugTrace: Leveraging Blockchain and IoT for Anti-Counterfeit Drug Traceability – 2026 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Integrates Blockchain, IoT and AI for drug tracking.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Uses Random Forest for certificate validation. 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Enables real-time drug condition monitoring.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AI helps detect potentially fraudulent certificates.  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AI evaluation requires validation with real-world datasets.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Large-scale deployment needs further study. 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pic>
        <p:nvPicPr>
          <p:cNvPr id="86" name="Google Shape;86;p17"/>
          <p:cNvPicPr preferRelativeResize="0"/>
          <p:nvPr/>
        </p:nvPicPr>
        <p:blipFill rotWithShape="1">
          <a:blip r:embed="rId3">
            <a:alphaModFix/>
          </a:blip>
          <a:srcRect b="0" l="10494" r="11654" t="0"/>
          <a:stretch/>
        </p:blipFill>
        <p:spPr>
          <a:xfrm>
            <a:off x="7819265" y="0"/>
            <a:ext cx="1324736" cy="49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Research Gap Identification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311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Fragmented Supply Chain Data: Existing pharmaceutical supply chains operate across multiple stakeholders and isolated systems, limiting seamless information sharing and end-to-end visibility.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Real-Time Traceability: Conventional tracking mechanisms do not consistently provide real-time visibility of drug movement across manufacturers, distributors, pharmacies, and other supply-chain nodes.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Weak Counterfeit Detection: Existing verification approaches may rely on centralized records or isolated authentication mechanisms, making unauthorized substitution and counterfeit detection difficult.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Insufficient Supply Chain Intelligence: Most existing systems focus primarily on tracking and record management, with limited capability to identify abnormal movement patterns, delays, or potential supply-chain anomalies.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and Trust Challenges: Centralized data architectures create dependency on a single authority and provide limited tamper-resistant, shared verification among multiple stakeholders.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Gap: A unified ecosystem integrating blockchain-based trust, IoT/RFID-based real-time monitoring, QR-based medicine verification, and intelligent anomaly detection for secure end-to-end pharmaceutical traceability remains insufficiently addressed.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2725" y="0"/>
            <a:ext cx="1951275" cy="6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148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Innovation, Creativity, and Novelty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244800" y="972550"/>
            <a:ext cx="8654400" cy="4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Blockchain-Enabled Trust: Hyperledger Fabric provides a permissioned, tamper-resistant ledger for secure and accountable sharing of pharmaceutical transaction records among authorized stakeholders.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Physical–Digital Drug Linking: RFID + QR traceability creates a digital identity for medicines and links their physical movement with verifiable supply-chain records.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IoT Monitoring: IoT devices continuously capture relevant movement and environmental data, improving visibility beyond conventional static tracking.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Agentic AI-Based Intelligence: AI agents can analyze supply-chain events, identify abnormal patterns, detect potential disruptions, and support intelligent monitoring rather than merely storing transaction data.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End-to-End Traceability: The proposed architecture connects manufacturing → distribution → transportation → pharmacy → verification, enabling complete medicine provenance.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Anti-Counterfeiting: Combining blockchain records with QR/RFID verification enables stakeholders to validate medicine identity and detect inconsistencies between physical products and digital records.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Novelty: PharmaVerse AI unifies blockchain, IoT/RFID, QR traceability, and agentic intelligence into a single pharmaceutical supply-chain ecosystem, moving beyond conventional tracking systems toward secure, real-time, intelligent, and anomaly-aware drug traceability.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2677" y="0"/>
            <a:ext cx="1361325" cy="44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Feasibility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123700" cy="35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Feasibility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Hyperledger Fabric, RFID, QR, IoT, AI/ML, FastAPI, PostgreSQL, and Docker.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Modular architecture allows components to be developed and tested independently.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supports consistent and scalable deployment.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 Feasibility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Monitors drug movement and environmental conditions in real time.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medicine verification and end-to-end traceability.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detects anomalies, delays, and unauthorized activities.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 Feasibility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open-source technologies, reducing licensing costs.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simulation minimizes initial hardware investment.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detection of counterfeits and disruptions reduces losses and wastage.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2725" y="0"/>
            <a:ext cx="1951275" cy="6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104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Workflow: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7738" y="618400"/>
            <a:ext cx="5528525" cy="452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2725" y="0"/>
            <a:ext cx="1951275" cy="6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59563" y="118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Project Plan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2596350" y="1677175"/>
            <a:ext cx="4738500" cy="27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Phases &amp; Timeline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273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1 – Requirement Analysis: Study smart-grid faults, RTOS, and system requirements — Week 1–2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2 – System Design: Design the adaptive RTOS and edge architecture — Week 3–4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3 – AI Model Development: Prepare fault data and develop the fault-detection model — Week 5–7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4 – RTOS &amp; Edge Development: Implement real-time monitoring and task scheduling — Week 8–10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5 – Self-Healing Module: Implement fault isolation and automatic recovery — Week 11–13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6 – Integration &amp; Testing: Integrate components and test different fault scenarios — Week 14–15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7 – Evaluation &amp; Documentation: Analyze results and prepare final documentation — Week 16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2725" y="0"/>
            <a:ext cx="1951275" cy="6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3362" y="821500"/>
            <a:ext cx="7433026" cy="4183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